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Docspeare vs DeveloperHub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We’re Switching Our Documentation Platform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we’re paying now:</a:t>
            </a:r>
            <a:r>
              <a:rPr/>
              <a:t> - DeveloperHub: $129/month base + $99/month AI add-on = $228+/month - Plus additional add-ons for analytics, custom domains, RBAC - Total: </a:t>
            </a:r>
            <a:r>
              <a:rPr b="1"/>
              <a:t>$2,700+ per year</a:t>
            </a:r>
          </a:p>
          <a:p>
            <a:pPr lvl="0" indent="0" marL="0">
              <a:buNone/>
            </a:pPr>
            <a:r>
              <a:rPr b="1"/>
              <a:t>What we’re dealing with:</a:t>
            </a:r>
            <a:r>
              <a:rPr/>
              <a:t> - Our data lives on their servers (vendor lock-in) - Basic features locked behind expensive add-ons - No control over our own infrastructure</a:t>
            </a:r>
          </a:p>
          <a:p>
            <a:pPr lvl="0" indent="0" marL="0">
              <a:buNone/>
            </a:pPr>
            <a:r>
              <a:rPr b="1"/>
              <a:t>The Goal:</a:t>
            </a:r>
            <a:r>
              <a:rPr/>
              <a:t> Own our documentation platform, pay a fraction of the cost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Solution - Docspeare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Docspeare?</a:t>
            </a:r>
            <a:r>
              <a:rPr/>
              <a:t> - Our own documentation platform built in-house - Runs on our infrastructure: Vercel + Neon PostgreSQL + GitHub - Content migrated from Google Docs → stored in our DB - AI-powered chat (use our own Gemini/Groq API keys)</a:t>
            </a:r>
          </a:p>
          <a:p>
            <a:pPr lvl="0" indent="0" marL="0">
              <a:buNone/>
            </a:pPr>
            <a:r>
              <a:rPr b="1"/>
              <a:t>Live Today:</a:t>
            </a:r>
            <a:r>
              <a:rPr/>
              <a:t> https://www.docspeare.com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Cost Comparison (The Big Number)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DeveloperHub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Docspeare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You Save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$129/mo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$129/mo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Chat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$99/mo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$99/mo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$0 (Neon)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Add-on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$XX/mo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Domain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Add-on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$XX/mo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RBAC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Add-on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Included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$XX/mo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Total/Month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$228+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~$0-25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~$200+/mo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Annual Savings: $2,700+</a:t>
            </a:r>
            <a:r>
              <a:rPr/>
              <a:t> (or 92%+ reduction)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Features - Already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Content Management:</a:t>
            </a:r>
            <a:r>
              <a:rPr/>
              <a:t> - Section hierarchy with tabs (Docs, API Reference, Release Notes) - Google Drive sync - import directly from Drive folders - Full-text search across all pages - Page feedback (helpful/not helpful) - Comments on pages</a:t>
            </a:r>
          </a:p>
          <a:p>
            <a:pPr lvl="0" indent="0" marL="0">
              <a:buNone/>
            </a:pPr>
            <a:r>
              <a:rPr b="1"/>
              <a:t>Publishing Workflow:</a:t>
            </a:r>
            <a:r>
              <a:rPr/>
              <a:t> - Draft → Submit for Review → Approve/Reject - Version tabs (v1.0, v2.0, etc.) - Scheduled publishing - Automatic link redirects</a:t>
            </a:r>
          </a:p>
          <a:p>
            <a:pPr lvl="0" indent="0" marL="0">
              <a:buNone/>
            </a:pPr>
            <a:r>
              <a:rPr b="1"/>
              <a:t>Access &amp; Security:</a:t>
            </a:r>
            <a:r>
              <a:rPr/>
              <a:t> - RBAC: Owner / Admin / Editor / Reviewer / Viewer - Google OAuth authentication - External access grants (guest access) - Rate limiting, encryption at rest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Migration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Already Migrated:</a:t>
            </a:r>
            <a:r>
              <a:rPr/>
              <a:t> - 146 pages → Documentation - 113 pages → API Reference - 10 pages → Release Notes - </a:t>
            </a:r>
            <a:r>
              <a:rPr b="1"/>
              <a:t>Total: ~270 pages</a:t>
            </a:r>
          </a:p>
          <a:p>
            <a:pPr lvl="0" indent="0" marL="0">
              <a:buNone/>
            </a:pPr>
            <a:r>
              <a:rPr b="1"/>
              <a:t>Remaining in DeveloperHub:</a:t>
            </a:r>
            <a:r>
              <a:rPr/>
              <a:t> 6,000-8,000 pages</a:t>
            </a:r>
          </a:p>
          <a:p>
            <a:pPr lvl="0" indent="0" marL="0">
              <a:buNone/>
            </a:pPr>
            <a:r>
              <a:rPr b="1"/>
              <a:t>Infrastructure (FREE tier):</a:t>
            </a:r>
            <a:r>
              <a:rPr/>
              <a:t> - Neon: 0.5 GB storage (generous for docs) - Vercel: 100 GB/mo bandwidth (docs = low traffic)</a:t>
            </a:r>
          </a:p>
          <a:p>
            <a:pPr lvl="0" indent="0" marL="0">
              <a:buNone/>
            </a:pPr>
            <a:r>
              <a:rPr b="1"/>
              <a:t>Migration script:</a:t>
            </a:r>
            <a:r>
              <a:rPr/>
              <a:t> Ready to run for remaining pages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Honest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NOT Built (yet):</a:t>
            </a:r>
            <a:r>
              <a:rPr/>
              <a:t> - SSO/SAML single sign-on (enterprise feature) - Webhooks for integrations - Full audit logging - Slack/Microsoft Teams integration</a:t>
            </a:r>
          </a:p>
          <a:p>
            <a:pPr lvl="0" indent="0" marL="0">
              <a:buNone/>
            </a:pPr>
            <a:r>
              <a:rPr b="1"/>
              <a:t>Why it doesn’t matter:</a:t>
            </a:r>
            <a:r>
              <a:rPr/>
              <a:t> - These are nice-to-haves, not blockers - Basic auth (Google OAuth) works for our team - Can add later if needed</a:t>
            </a:r>
          </a:p>
          <a:p>
            <a:pPr lvl="0" indent="0" marL="0">
              <a:buNone/>
            </a:pPr>
            <a:r>
              <a:rPr b="1"/>
              <a:t>What’s the Same:</a:t>
            </a:r>
            <a:r>
              <a:rPr/>
              <a:t> - Documentation content - Google Drive integration - Search, comments, feedback - Publishing workflow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Why Switch?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Save $200+/month</a:t>
            </a:r>
            <a:r>
              <a:rPr/>
              <a:t> - 92%+ cost reduction</a:t>
            </a:r>
          </a:p>
          <a:p>
            <a:pPr lvl="0" indent="0" marL="0">
              <a:buNone/>
            </a:pPr>
            <a:r>
              <a:rPr b="1"/>
              <a:t>2. Own Your Data</a:t>
            </a:r>
            <a:r>
              <a:rPr/>
              <a:t> - Your docs on your Neon database, not vendor servers</a:t>
            </a:r>
          </a:p>
          <a:p>
            <a:pPr lvl="0" indent="0" marL="0">
              <a:buNone/>
            </a:pPr>
            <a:r>
              <a:rPr b="1"/>
              <a:t>3. More Features Included</a:t>
            </a:r>
            <a:r>
              <a:rPr/>
              <a:t> - AI chat, analytics, RBAC, custom domain - all in base price</a:t>
            </a:r>
          </a:p>
          <a:p>
            <a:pPr lvl="0" indent="0" marL="0">
              <a:buNone/>
            </a:pPr>
            <a:r>
              <a:rPr b="1"/>
              <a:t>4. We Built It</a:t>
            </a:r>
            <a:r>
              <a:rPr/>
              <a:t> - Customizable for our exact needs, we control the code</a:t>
            </a:r>
          </a:p>
          <a:p>
            <a:pPr lvl="0" indent="0" marL="0">
              <a:buNone/>
            </a:pPr>
            <a:r>
              <a:rPr b="1"/>
              <a:t>5. Already In Progress</a:t>
            </a:r>
            <a:r>
              <a:rPr/>
              <a:t> - 270 pages migrated, migration script ready to run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Complete full migration</a:t>
            </a:r>
            <a:r>
              <a:rPr/>
              <a:t> - Run script for remaining 6,000+ pages</a:t>
            </a:r>
          </a:p>
          <a:p>
            <a:pPr lvl="0" indent="-342900" marL="342900">
              <a:buAutoNum type="arabicPeriod"/>
            </a:pPr>
            <a:r>
              <a:rPr b="1"/>
              <a:t>Enable AI chat</a:t>
            </a:r>
            <a:r>
              <a:rPr/>
              <a:t> - Add Gemini API key (or use free tier)</a:t>
            </a:r>
          </a:p>
          <a:p>
            <a:pPr lvl="0" indent="-342900" marL="342900">
              <a:buAutoNum type="arabicPeriod"/>
            </a:pPr>
            <a:r>
              <a:rPr b="1"/>
              <a:t>Set custom domain</a:t>
            </a:r>
            <a:r>
              <a:rPr/>
              <a:t> - docpeare.com → our instance</a:t>
            </a:r>
          </a:p>
          <a:p>
            <a:pPr lvl="0" indent="-342900" marL="342900">
              <a:buAutoNum type="arabicPeriod"/>
            </a:pPr>
            <a:r>
              <a:rPr b="1"/>
              <a:t>Team testing</a:t>
            </a:r>
            <a:r>
              <a:rPr/>
              <a:t> - Have documentation team try it out</a:t>
            </a:r>
          </a:p>
          <a:p>
            <a:pPr lvl="0" indent="-342900" marL="342900">
              <a:buAutoNum type="arabicPeriod"/>
            </a:pPr>
            <a:r>
              <a:rPr b="1"/>
              <a:t>Switch production</a:t>
            </a:r>
            <a:r>
              <a:rPr/>
              <a:t> - Update DNS to point to Docspeare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discuss: - What features do you need that might be missing? - What’s the timeline for switching? - Any concerns about the migration?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2026-04-12T12:09:06Z</dcterms:created>
  <dcterms:modified xsi:type="dcterms:W3CDTF">2026-04-12T12:09:06Z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